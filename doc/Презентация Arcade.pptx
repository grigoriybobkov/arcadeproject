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jpeg" ContentType="image/jpeg"/>
  <Override PartName="/ppt/media/image3.jpeg" ContentType="image/jpe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27F214-1C94-40AF-B285-F05720382C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E3E17A-F1B4-4871-8DD1-87B81011A9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FB8F6A3-F389-4F08-B55A-0EBD2993CF49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360" y="13356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Проект Arcade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3420000" y="1222200"/>
            <a:ext cx="6396480" cy="399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"/>
          <p:cNvSpPr txBox="1"/>
          <p:nvPr/>
        </p:nvSpPr>
        <p:spPr>
          <a:xfrm>
            <a:off x="258480" y="1440000"/>
            <a:ext cx="2981520" cy="34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Разработали: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Бугреев Роман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Бобков Григорий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Цель проекта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3816000" cy="389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Цель проекта в создании интересной игры на основе библиотек Arcade и PyQT6 на Python. 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Игра представляет собой 3 уровня с лабиринтами, из которых необходимо выбраться живым и собрать монетки с ключом.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" name="" descr=""/>
          <p:cNvPicPr/>
          <p:nvPr/>
        </p:nvPicPr>
        <p:blipFill>
          <a:blip r:embed="rId1"/>
          <a:srcRect l="3447" t="1739" r="3452" b="5"/>
          <a:stretch/>
        </p:blipFill>
        <p:spPr>
          <a:xfrm>
            <a:off x="4680000" y="1260000"/>
            <a:ext cx="4859640" cy="395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Реализация проекта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108360" y="1080000"/>
            <a:ext cx="5471640" cy="43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417"/>
              </a:spcBef>
              <a:buNone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Классы: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DatabaseManager - управление базой данных SQLite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LoginWindow (QMainWindow) - главное окно входа 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AuthDialog (QDialog) — авторизация (ввод логина и пароля существующего аккаунта)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RegisterDialog (QDialog) - диалог регистрации (создание нового аккаунта)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MainMenu (QWidget) - главное меню игры 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GameWindow (QMainWindow) - окно меню уровней 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MazeGame (arcade.Window) - игровой движок 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VictoryDialog (QDialog) - окно победы 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5822280" y="1440000"/>
            <a:ext cx="4077720" cy="37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Из модуля Arcade используются спрайты, списки спрайтов, карты tile, коллизии, управление, звуковые эффекты, обновление состояния игры, отрисовка.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Также применяются технологии из ранее изученных модулей PyQt6, SQLite3, Pyglet.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Заключение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144000" y="720000"/>
            <a:ext cx="3456000" cy="46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Проект выполнен с использованием большинства изученных технологий модуля Arcade.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 качестве доработки проекта можно добавить игровой магазин, больше разнообразных уровней, систему возрождения, подсказки, исправить баги при наличии таковых.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" name="" descr=""/>
          <p:cNvPicPr/>
          <p:nvPr/>
        </p:nvPicPr>
        <p:blipFill>
          <a:blip r:embed="rId1"/>
          <a:srcRect l="3333" t="3052" r="3336" b="4122"/>
          <a:stretch/>
        </p:blipFill>
        <p:spPr>
          <a:xfrm>
            <a:off x="4140000" y="946440"/>
            <a:ext cx="5308560" cy="4273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2026-02-01T15:31:45Z</dcterms:created>
  <dc:creator/>
  <dc:description/>
  <dc:language>ru-RU</dc:language>
  <cp:lastModifiedBy/>
  <dcterms:modified xsi:type="dcterms:W3CDTF">2026-02-01T16:10:34Z</dcterms:modified>
  <cp:revision>1</cp:revision>
  <dc:subject/>
  <dc:title/>
</cp:coreProperties>
</file>